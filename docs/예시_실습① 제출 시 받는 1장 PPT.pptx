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58"/>
  </p:notesMasterIdLst>
  <p:sldIdLst>
    <p:sldId id="130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22"/>
            <p14:sldId id="1264"/>
            <p14:sldId id="1280"/>
            <p14:sldId id="1265"/>
            <p14:sldId id="1296"/>
            <p14:sldId id="1297"/>
            <p14:sldId id="1298"/>
            <p14:sldId id="1299"/>
            <p14:sldId id="1300"/>
            <p14:sldId id="1301"/>
            <p14:sldId id="1302"/>
            <p14:sldId id="1266"/>
            <p14:sldId id="1275"/>
            <p14:sldId id="1303"/>
            <p14:sldId id="1304"/>
            <p14:sldId id="1284"/>
            <p14:sldId id="1305"/>
            <p14:sldId id="1306"/>
            <p14:sldId id="1307"/>
            <p14:sldId id="1267"/>
            <p14:sldId id="1285"/>
            <p14:sldId id="1308"/>
            <p14:sldId id="1268"/>
            <p14:sldId id="1286"/>
            <p14:sldId id="1309"/>
            <p14:sldId id="1269"/>
            <p14:sldId id="1283"/>
            <p14:sldId id="1276"/>
            <p14:sldId id="1287"/>
            <p14:sldId id="1310"/>
            <p14:sldId id="1270"/>
            <p14:sldId id="1288"/>
            <p14:sldId id="1311"/>
            <p14:sldId id="1271"/>
            <p14:sldId id="1272"/>
            <p14:sldId id="1273"/>
            <p14:sldId id="1281"/>
            <p14:sldId id="1274"/>
            <p14:sldId id="1289"/>
            <p14:sldId id="1312"/>
            <p14:sldId id="1290"/>
            <p14:sldId id="1313"/>
            <p14:sldId id="1277"/>
            <p14:sldId id="1291"/>
            <p14:sldId id="1314"/>
            <p14:sldId id="1292"/>
            <p14:sldId id="1315"/>
            <p14:sldId id="1278"/>
            <p14:sldId id="1282"/>
            <p14:sldId id="1293"/>
            <p14:sldId id="1316"/>
            <p14:sldId id="271"/>
            <p14:sldId id="1294"/>
            <p14:sldId id="1317"/>
            <p14:sldId id="1295"/>
            <p14:sldId id="1318"/>
          </p14:sldIdLst>
        </p14:section>
        <p14:section name="내지템플릿" id="{3037A2AB-4A6B-4C83-8556-AB3EFE8FE7EF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9068" autoAdjust="0"/>
    <p:restoredTop sz="90970" autoAdjust="0"/>
  </p:normalViewPr>
  <p:slideViewPr>
    <p:cSldViewPr>
      <p:cViewPr varScale="1">
        <p:scale>
          <a:sx n="105" d="100"/>
          <a:sy n="105" d="100"/>
        </p:scale>
        <p:origin x="-560" y="-76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8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="" xmlns:a16="http://schemas.microsoft.com/office/drawing/2014/main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="" xmlns:a16="http://schemas.microsoft.com/office/drawing/2014/main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11" r:id="rId3"/>
    <p:sldLayoutId id="214748371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고객 트렌드 분석과 캠페인 방향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트렌드를 고르는 것이 아니라, 우리 고객에게 나타난 신호를 고르십시오.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1874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2926080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  <a:gridCol w="3017520">
                  <a:extLst>
                    <a:ext uri="{9D8B030D-6E8A-4147-A177-3AD203B41FA5}">
                      <a16:colId xmlns="" xmlns:a16="http://schemas.microsoft.com/office/drawing/2014/main" val="30002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30003"/>
                    </a:ext>
                  </a:extLst>
                </a:gridCol>
                <a:gridCol w="1490472">
                  <a:extLst>
                    <a:ext uri="{9D8B030D-6E8A-4147-A177-3AD203B41FA5}">
                      <a16:colId xmlns="" xmlns:a16="http://schemas.microsoft.com/office/drawing/2014/main" val="3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신호 (케이스 ② 데이터)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이 신호가 말하는 고객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신호 강도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방문 목적 1위 '기분 전환' 38% (+9%p) · 평일 18~21시 방문 41% (+6%p)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기분을 풀려고 들르지만 머물 이유가 없어 금방 나간다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30분 기분 전환 코스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픽셀 라이프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1회 체류 52분 (−14분) · 팝업 후 다른 층 이동률 22%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들러 팝업만 보고 떠난다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층을 잇는 미니 체험 · 스탬프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■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1.5가구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방문 문의 월 1,150건 (+45%)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혼자 살지만 반려동물과 함께 나올 곳을 찾는다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라운지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■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3776472"/>
          <a:ext cx="11091672" cy="24871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8348472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정하기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작성란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선택한 트렌드 1개와 그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— 두 신호(방문 목적 1위, 평일 저녁 방문 증가)가 같은 고객 상황을 가리키고, 20~30대 신규 유입 목표와 가장 가깝습니다.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고객 참여형     □ 리워드형     □ 브랜드 브랜딩형     ■ 경험형     □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벤치마킹 사례와 가져올 요소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 RE:JOICE — '고객의 문제 → 콘텐츠 → 공간 → 서비스' 순서와, 실제 머무는 공간을 만든 방식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연결할 MD 카테고리 · 상품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뷰티(향 · 핸드케어), F&amp;B(디저트 · 티), 리빙(캔들 · 홈프래그런스), 원데이 클래스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한 문장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기분이 가라앉은 20~30대 직장인이 평일 저녁 30분 만에 기분을 바꾸는 경험형 캠페인으로 신규 회원 5,000명을 확보한다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8251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형식   "[어떤 고객]이 [어떤 상황]일 때, [캠페인 유형]으로 [어떤 경험]을 제공해 [목표]를 달성한다"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13596</TotalTime>
  <Words>8134</Words>
  <Application>Microsoft Office PowerPoint</Application>
  <PresentationFormat>사용자 지정</PresentationFormat>
  <Paragraphs>1523</Paragraphs>
  <Slides>56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5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741</cp:revision>
  <dcterms:created xsi:type="dcterms:W3CDTF">2023-03-30T02:09:27Z</dcterms:created>
  <dcterms:modified xsi:type="dcterms:W3CDTF">2026-09-27T18:24:08Z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